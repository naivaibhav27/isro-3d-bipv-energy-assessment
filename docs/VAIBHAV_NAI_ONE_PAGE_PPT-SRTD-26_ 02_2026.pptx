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61" autoAdjust="0"/>
  </p:normalViewPr>
  <p:slideViewPr>
    <p:cSldViewPr snapToGrid="0">
      <p:cViewPr varScale="1">
        <p:scale>
          <a:sx n="66" d="100"/>
          <a:sy n="66" d="100"/>
        </p:scale>
        <p:origin x="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8ADE6-4B2D-4347-BB69-DCC5F6270A02}" type="datetimeFigureOut">
              <a:rPr lang="en-HK" smtClean="0"/>
              <a:t>25/2/2026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8D193-5F9F-41DB-95BD-94727B3DB09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0334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8D193-5F9F-41DB-95BD-94727B3DB09F}" type="slidenum">
              <a:rPr lang="en-HK" smtClean="0"/>
              <a:t>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6860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3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9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3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0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4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26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2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9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58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97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1ED43-D58D-4720-A24F-531848274B2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2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74918"/>
            <a:ext cx="5377544" cy="80553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Name: </a:t>
            </a:r>
            <a:r>
              <a:rPr lang="en-HK" b="1" dirty="0"/>
              <a:t>Vaibhav Dineshbhai Nai </a:t>
            </a:r>
            <a:endParaRPr lang="en-US" sz="1500" b="1" dirty="0"/>
          </a:p>
          <a:p>
            <a:pPr algn="just"/>
            <a:r>
              <a:rPr lang="en-US" sz="1500" b="1" dirty="0"/>
              <a:t>Designation:  </a:t>
            </a:r>
            <a:r>
              <a:rPr lang="en-US" sz="1600" b="1" dirty="0"/>
              <a:t>Researcher</a:t>
            </a:r>
          </a:p>
          <a:p>
            <a:pPr algn="just"/>
            <a:r>
              <a:rPr lang="en-US" sz="1500" b="1" dirty="0"/>
              <a:t>Institution:</a:t>
            </a:r>
            <a:r>
              <a:rPr lang="en-US" sz="1200" b="1" dirty="0"/>
              <a:t>  </a:t>
            </a:r>
            <a:r>
              <a:rPr lang="en-US" sz="1400" b="1" dirty="0"/>
              <a:t>Monark University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7491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r>
              <a:rPr lang="en-IN" dirty="0"/>
              <a:t>Project Title: </a:t>
            </a:r>
            <a:r>
              <a:rPr lang="en-HK" b="1" dirty="0"/>
              <a:t>3D Urban Building Energy Assessment for BIPV Applications using Geospatial Techniques</a:t>
            </a:r>
            <a:r>
              <a:rPr lang="en-HK" dirty="0"/>
              <a:t> </a:t>
            </a:r>
          </a:p>
          <a:p>
            <a:pPr marL="685800" algn="ctr">
              <a:tabLst>
                <a:tab pos="11201400" algn="l"/>
              </a:tabLst>
            </a:pP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-1" y="1491405"/>
            <a:ext cx="10611853" cy="123868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b="1" dirty="0"/>
              <a:t>MAJOR OBJECTIVES: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500" b="1" dirty="0"/>
              <a:t>Automated Mesh-to-Metadata Generation for </a:t>
            </a:r>
            <a:r>
              <a:rPr lang="en-US" altLang="en-US" sz="1600" b="1" dirty="0"/>
              <a:t>high-resolution BIPV assessment using LOD1 data</a:t>
            </a:r>
            <a:r>
              <a:rPr lang="en-US" sz="1500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500" b="1" dirty="0"/>
              <a:t>Shadow-Aware BIPV Energy Model using Ray Tracing.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500" b="1" dirty="0"/>
              <a:t>Scalable Urban Solar Data Pipeline with Computational Optimization.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en-US" sz="1600" b="1" dirty="0"/>
              <a:t>3D JSON </a:t>
            </a:r>
            <a:r>
              <a:rPr lang="en-US" altLang="en-US" sz="1600" b="1" dirty="0" err="1"/>
              <a:t>Tileset</a:t>
            </a:r>
            <a:r>
              <a:rPr lang="en-US" altLang="en-US" sz="1600" b="1" dirty="0"/>
              <a:t>  Visualization using </a:t>
            </a:r>
            <a:r>
              <a:rPr lang="en-US" altLang="en-US" sz="1600" b="1" dirty="0" err="1"/>
              <a:t>CesiumJS</a:t>
            </a:r>
            <a:r>
              <a:rPr lang="en-US" altLang="en-US" sz="1600" b="1" dirty="0"/>
              <a:t> with BIPV information.</a:t>
            </a:r>
            <a:endParaRPr lang="en-US" sz="1500" b="1" dirty="0"/>
          </a:p>
        </p:txBody>
      </p:sp>
      <p:sp>
        <p:nvSpPr>
          <p:cNvPr id="7" name="Rectangle 6"/>
          <p:cNvSpPr/>
          <p:nvPr/>
        </p:nvSpPr>
        <p:spPr>
          <a:xfrm>
            <a:off x="10611853" y="674913"/>
            <a:ext cx="1580147" cy="14907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-1" y="2719137"/>
            <a:ext cx="3995057" cy="413886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METHODOLOGY FLOW CHART:  </a:t>
            </a:r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9" name="Rectangle 8"/>
          <p:cNvSpPr/>
          <p:nvPr/>
        </p:nvSpPr>
        <p:spPr>
          <a:xfrm>
            <a:off x="3995056" y="2708184"/>
            <a:ext cx="8196944" cy="323649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RESULTS/MAJOR FINDINGS:    </a:t>
            </a:r>
          </a:p>
          <a:p>
            <a:pPr algn="just"/>
            <a:endParaRPr lang="en-US" sz="15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	8Buildings in Cesium JS 	      	On click Metadata Generation 	</a:t>
            </a:r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10" name="Rectangle 9"/>
          <p:cNvSpPr/>
          <p:nvPr/>
        </p:nvSpPr>
        <p:spPr>
          <a:xfrm>
            <a:off x="3998683" y="5966585"/>
            <a:ext cx="8196944" cy="90236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CONCLUSION:</a:t>
            </a:r>
          </a:p>
          <a:p>
            <a:pPr algn="just"/>
            <a:r>
              <a:rPr lang="en-US" sz="1500" b="1" dirty="0"/>
              <a:t> Built an optimized, shadow-aware 3D urban BIPV assessment system with efficient Metadata mapping. Enabled scalable, facade-level solar analytics in an interactive 3D environment.</a:t>
            </a:r>
          </a:p>
          <a:p>
            <a:pPr algn="just"/>
            <a:endParaRPr lang="en-IN" sz="1500" b="1" dirty="0"/>
          </a:p>
        </p:txBody>
      </p:sp>
      <p:pic>
        <p:nvPicPr>
          <p:cNvPr id="16" name="Picture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6" y="38102"/>
            <a:ext cx="675773" cy="5755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5366656" y="674912"/>
            <a:ext cx="5245197" cy="80554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Guide: </a:t>
            </a:r>
            <a:r>
              <a:rPr lang="en-HK" b="1" dirty="0"/>
              <a:t>SMT. SHWETA MISHRA </a:t>
            </a:r>
            <a:endParaRPr lang="en-US" sz="1500" b="1" dirty="0"/>
          </a:p>
          <a:p>
            <a:pPr algn="just"/>
            <a:r>
              <a:rPr lang="en-US" sz="1500" b="1" dirty="0"/>
              <a:t>Contact e-mail: jaiswals@sac.isro.gov.in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816429" y="-4"/>
            <a:ext cx="10412185" cy="67491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0611853" y="2165684"/>
            <a:ext cx="1580147" cy="55344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13 OCT 2025 to </a:t>
            </a:r>
          </a:p>
          <a:p>
            <a:pPr algn="ctr"/>
            <a:r>
              <a:rPr lang="en-US" sz="1500" b="1" dirty="0"/>
              <a:t>14 FEB 2026</a:t>
            </a:r>
            <a:endParaRPr lang="en-IN" sz="1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2DFE1-7F08-499E-8021-766BAA448626}"/>
              </a:ext>
            </a:extLst>
          </p:cNvPr>
          <p:cNvSpPr txBox="1"/>
          <p:nvPr/>
        </p:nvSpPr>
        <p:spPr>
          <a:xfrm>
            <a:off x="10187354" y="311053"/>
            <a:ext cx="2004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SRTD-RTMG-MISA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A03D5BD-02B9-8B18-E20E-CFD3178F23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256" y="674909"/>
            <a:ext cx="1540230" cy="1559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C30965-0B1B-2809-1503-74B837275E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011" y="3128336"/>
            <a:ext cx="3844520" cy="2255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1B8853-B2B8-7D11-A7A3-601ACDE568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740" y="3128337"/>
            <a:ext cx="4011375" cy="22552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024BF1-2BCB-8041-9624-7BDCA02F51F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14" y="2958297"/>
            <a:ext cx="3663157" cy="38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9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</TotalTime>
  <Words>147</Words>
  <Application>Microsoft Office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Nai Vaibhav</cp:lastModifiedBy>
  <cp:revision>59</cp:revision>
  <dcterms:created xsi:type="dcterms:W3CDTF">2017-11-15T06:25:27Z</dcterms:created>
  <dcterms:modified xsi:type="dcterms:W3CDTF">2026-02-25T18:20:51Z</dcterms:modified>
</cp:coreProperties>
</file>